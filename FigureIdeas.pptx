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783A38B1.xml" ContentType="application/vnd.ms-powerpoint.comments+xml"/>
  <Override PartName="/ppt/comments/modernComment_101_95F40543.xml" ContentType="application/vnd.ms-powerpoint.comments+xml"/>
  <Override PartName="/ppt/comments/modernComment_102_16D0EFF3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EE8541C-BE77-4BFD-A1DF-DFFE47E3E069}">
          <p14:sldIdLst>
            <p14:sldId id="256"/>
          </p14:sldIdLst>
        </p14:section>
        <p14:section name="Mean Trends" id="{43D33FED-2283-4F34-BBEF-732792C0C052}">
          <p14:sldIdLst>
            <p14:sldId id="257"/>
          </p14:sldIdLst>
        </p14:section>
        <p14:section name="Extremes" id="{66E42313-1D80-4898-B1E1-B009BB937A3D}">
          <p14:sldIdLst>
            <p14:sldId id="258"/>
          </p14:sldIdLst>
        </p14:section>
        <p14:section name="Qualtiative shift of human behaviour" id="{E5FAB80F-3675-432E-8E40-7A14723D1148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9E4B10-86F1-E032-A5AB-0D77824F177F}" name="Erik Kusch" initials="EK" userId="S::erikkus@cicero.oslo.no::7ba26154-00e1-45bf-8fff-373d44a807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100" d="100"/>
          <a:sy n="100" d="100"/>
        </p:scale>
        <p:origin x="-86" y="-18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omments/modernComment_100_783A38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A1C2FB-1F0A-48E0-901E-F7428DFB7E94}" authorId="{429E4B10-86F1-E032-A5AB-0D77824F177F}" created="2025-10-24T07:31:10.87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17081521" sldId="256"/>
      <ac:picMk id="6" creationId="{C7E9AD6B-8976-C7A7-CF69-D707C9A6EB3A}"/>
    </ac:deMkLst>
    <p188:txBody>
      <a:bodyPr/>
      <a:lstStyle/>
      <a:p>
        <a:r>
          <a:rPr lang="en-US"/>
          <a:t>Can I combine these with a second y axis?</a:t>
        </a:r>
      </a:p>
    </p188:txBody>
  </p188:cm>
</p188:cmLst>
</file>

<file path=ppt/comments/modernComment_101_95F4054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BDBA5B-6EAF-49B5-9D7F-DF855FEBB837}" authorId="{429E4B10-86F1-E032-A5AB-0D77824F177F}" created="2025-10-24T07:34:52.5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15797315" sldId="257"/>
      <ac:picMk id="6" creationId="{42B11112-253D-ABF3-E294-17BFAC8D5771}"/>
    </ac:deMkLst>
    <p188:txBody>
      <a:bodyPr/>
      <a:lstStyle/>
      <a:p>
        <a:r>
          <a:rPr lang="en-US"/>
          <a:t>Warming trend at summit elevations</a:t>
        </a:r>
      </a:p>
    </p188:txBody>
  </p188:cm>
  <p188:cm id="{824A45C9-6CCF-4227-9003-42C2BFEB5388}" authorId="{429E4B10-86F1-E032-A5AB-0D77824F177F}" created="2025-10-24T07:40:15.8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515797315" sldId="257"/>
      <ac:spMk id="7" creationId="{0E31FB4F-92E5-5B40-128A-35360D27EE38}"/>
    </ac:deMkLst>
    <p188:txBody>
      <a:bodyPr/>
      <a:lstStyle/>
      <a:p>
        <a:r>
          <a:rPr lang="en-US"/>
          <a:t>Figure 2 im Draft hat da bereits nen Vorschlag gemacht</a:t>
        </a:r>
      </a:p>
    </p188:txBody>
  </p188:cm>
</p188:cmLst>
</file>

<file path=ppt/comments/modernComment_102_16D0EF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277081-4C4B-4252-B55D-74A28BA36B91}" authorId="{429E4B10-86F1-E032-A5AB-0D77824F177F}" created="2025-10-24T07:34:52.53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2791667" sldId="258"/>
      <ac:picMk id="6" creationId="{E7EC31CA-F346-8436-4ACC-D57DCFA2BFEC}"/>
    </ac:deMkLst>
    <p188:txBody>
      <a:bodyPr/>
      <a:lstStyle/>
      <a:p>
        <a:r>
          <a:rPr lang="en-US"/>
          <a:t>Warming trend at summit elevations</a:t>
        </a:r>
      </a:p>
    </p188:txBody>
  </p188:cm>
  <p188:cm id="{02B1FD6E-BF67-4E07-A9F1-6E16D319E30C}" authorId="{429E4B10-86F1-E032-A5AB-0D77824F177F}" created="2025-10-24T07:40:15.8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82791667" sldId="258"/>
      <ac:spMk id="7" creationId="{99D8286C-A48B-7E9E-385E-99D05ED1C10F}"/>
    </ac:deMkLst>
    <p188:txBody>
      <a:bodyPr/>
      <a:lstStyle/>
      <a:p>
        <a:r>
          <a:rPr lang="en-US"/>
          <a:t>Figure 2 im Draft hat da bereits nen Vorschlag gemacht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441C-686C-D810-5541-D4AD2AF55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5F315-716E-C9A7-04A9-C3C30C7ED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2252B-5AFB-7EC9-F836-1AFC4771D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EF391-FBC2-C6DF-BA07-584511EC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6AF96-1025-BA51-AE3E-DDB5B1888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01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0FA93-81DA-7C59-779F-7D2DA273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F81A7-41EE-D095-99F1-FB0272296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4F219-73A7-3D3A-76A7-E70F6CF80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1FF00-721E-EF47-3E04-360E2340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1F15D-610A-CFD0-7A44-856F6AB7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88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220E-2A32-4505-4A2C-5193DBEC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9AD42-9A90-3069-CA78-A8CB858FE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714AA-7580-CEC3-5DAE-5E862A4C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E107D-CA4B-89C5-82E3-3F171DE9A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76E86-A54D-DE6E-03EB-1B0880F3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4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4A9D-AFD9-A1D5-0F2C-8701F12A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AD9B6-A1E5-B6C9-C140-EC8DB8D7E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FF4C6B-688B-3FCF-4881-73A7D2EFD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F06811-C643-3BC1-9095-EFD66E0A7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95471E-0D12-9526-3D51-3F2D1B86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9BA99-20AF-933F-34E1-E6A53663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360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09730-C3B7-3305-2C4D-E5DC12402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1C77D5-04E3-6927-009F-360BBADC1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4E4C2-6375-78E0-53B0-2E4397134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5DF632-B1AD-CC44-4232-A105DD837E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E66185-C785-08A0-EEC8-E3A9EA7C33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4DB94-7E8F-E429-1BF6-E3AA13FDA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CA6DE-2441-3AB2-C499-1A483E2F5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3DB0B5-A781-B128-9F20-E425B03C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547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98DA-92E2-BFFB-FDBA-EC28031F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DF5FB0-756D-CEF0-4628-74A141EFA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C58B5-AB6A-CE86-F78A-61C626F20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3EE19-CAA6-2BE4-E47B-2DE53DEE0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1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CF5972-FCA2-57D6-54BB-27428FF3F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DEEEE-B2E3-BFAB-60D2-2FDCB6C9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AFCF7-C8C1-9F50-0EBC-942D79B1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0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661DE-4874-539F-41ED-847D45BF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B932C-4CA6-DF38-08B6-9718109F0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11B34-8DEE-0BD4-A788-849291C75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537E1-2CE6-913B-BC56-EF3A5450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C697E-4249-FEFE-F2AD-CF83906A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F9CE2-4D6D-2ADE-0E1D-7B4E77C4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295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F1AF-DFD9-B358-931E-AD03AF93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F41A0D-3589-6AEF-E51C-F80E110EE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2C4764-BC7C-EB7C-32E3-96A1B6AA8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774D3B-1D76-321B-E188-A2A7D5B1B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249081-4D7D-3272-27C2-EF600DAE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2FE40-A306-2565-4C7C-5C806A19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03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7DD02-36E2-F020-4DB1-CD86FDC4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43FE8-70BB-8EC7-0186-58107C068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F231A-D814-F277-EE2B-EFCC1291B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F4E76-CCCC-851F-BC0F-FCE95C0B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D7A93-4C42-15E4-C24E-1DBB5D9A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14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FF79C1-1081-4899-E37F-7620972E7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D3119-F101-41CA-F109-2C5784152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AF77E-37D3-4D19-3C49-26B5F351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4E9D9-B9D8-A71C-5289-82D4DCE2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66DE2-671C-DB63-B6DD-C75D956B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951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E4578-57E1-4133-9C7A-E276C1B07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65F6C-3956-5447-5E27-617544C25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992DC-BD76-6BE5-C8A6-BB846C20E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06451E-FD34-4338-92EF-7DC2A8EDA518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2AD3D-993A-0546-F2B4-53458EBF24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FB188-3F92-3BDE-6064-CCDE31B218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65864-3137-4759-9553-21608123C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429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0_783A38B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8/10/relationships/comments" Target="../comments/modernComment_101_95F4054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16D0EFF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9">
            <a:extLst>
              <a:ext uri="{FF2B5EF4-FFF2-40B4-BE49-F238E27FC236}">
                <a16:creationId xmlns:a16="http://schemas.microsoft.com/office/drawing/2014/main" id="{832083CD-367C-0618-9E9D-BCC52B4309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010" y="1958657"/>
            <a:ext cx="4157980" cy="294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rafik 17">
            <a:extLst>
              <a:ext uri="{FF2B5EF4-FFF2-40B4-BE49-F238E27FC236}">
                <a16:creationId xmlns:a16="http://schemas.microsoft.com/office/drawing/2014/main" id="{DE44A990-01B4-4F5A-8D46-07AE9AA86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7011" y="-1467774"/>
            <a:ext cx="4157980" cy="3426431"/>
          </a:xfrm>
          <a:prstGeom prst="rect">
            <a:avLst/>
          </a:prstGeom>
        </p:spPr>
      </p:pic>
      <p:pic>
        <p:nvPicPr>
          <p:cNvPr id="6" name="Grafik 8">
            <a:extLst>
              <a:ext uri="{FF2B5EF4-FFF2-40B4-BE49-F238E27FC236}">
                <a16:creationId xmlns:a16="http://schemas.microsoft.com/office/drawing/2014/main" id="{C7E9AD6B-8976-C7A7-CF69-D707C9A6EB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7010" y="4899342"/>
            <a:ext cx="4157980" cy="39859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70815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B11112-253D-ABF3-E294-17BFAC8D5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575"/>
          <a:stretch/>
        </p:blipFill>
        <p:spPr>
          <a:xfrm>
            <a:off x="671260" y="0"/>
            <a:ext cx="11520740" cy="39149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E31FB4F-92E5-5B40-128A-35360D27EE38}"/>
              </a:ext>
            </a:extLst>
          </p:cNvPr>
          <p:cNvSpPr/>
          <p:nvPr/>
        </p:nvSpPr>
        <p:spPr>
          <a:xfrm>
            <a:off x="1447800" y="4014888"/>
            <a:ext cx="707898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Also for:</a:t>
            </a:r>
            <a:br>
              <a:rPr lang="en-US" dirty="0"/>
            </a:br>
            <a:r>
              <a:rPr lang="en-US" dirty="0"/>
              <a:t>wind-speed</a:t>
            </a:r>
            <a:br>
              <a:rPr lang="en-US" dirty="0"/>
            </a:br>
            <a:r>
              <a:rPr lang="en-US" dirty="0"/>
              <a:t>snow-depth</a:t>
            </a:r>
            <a:br>
              <a:rPr lang="en-US" dirty="0"/>
            </a:br>
            <a:r>
              <a:rPr lang="en-US" dirty="0">
                <a:sym typeface="Wingdings" panose="05000000000000000000" pitchFamily="2" charset="2"/>
              </a:rPr>
              <a:t> Break down per season in each panel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7F719-83F6-E0DB-6F4E-B32577E43E28}"/>
              </a:ext>
            </a:extLst>
          </p:cNvPr>
          <p:cNvSpPr/>
          <p:nvPr/>
        </p:nvSpPr>
        <p:spPr>
          <a:xfrm>
            <a:off x="1447800" y="5943599"/>
            <a:ext cx="707898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SUPP ONLY:</a:t>
            </a:r>
            <a:br>
              <a:rPr lang="en-US" dirty="0"/>
            </a:br>
            <a:r>
              <a:rPr lang="en-US" dirty="0"/>
              <a:t>For all other variables:</a:t>
            </a:r>
            <a:br>
              <a:rPr lang="en-US" dirty="0"/>
            </a:br>
            <a:r>
              <a:rPr lang="en-US" dirty="0"/>
              <a:t>climate change</a:t>
            </a:r>
            <a:br>
              <a:rPr lang="en-US" dirty="0"/>
            </a:br>
            <a:r>
              <a:rPr lang="en-US" dirty="0"/>
              <a:t>extremes</a:t>
            </a:r>
          </a:p>
        </p:txBody>
      </p:sp>
    </p:spTree>
    <p:extLst>
      <p:ext uri="{BB962C8B-B14F-4D97-AF65-F5344CB8AC3E}">
        <p14:creationId xmlns:p14="http://schemas.microsoft.com/office/powerpoint/2010/main" val="25157973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B7ED-CB3C-92C2-7DD7-E86AD724A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D8286C-A48B-7E9E-385E-99D05ED1C10F}"/>
              </a:ext>
            </a:extLst>
          </p:cNvPr>
          <p:cNvSpPr/>
          <p:nvPr/>
        </p:nvSpPr>
        <p:spPr>
          <a:xfrm>
            <a:off x="2042160" y="1827097"/>
            <a:ext cx="707898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extremes for</a:t>
            </a:r>
            <a:br>
              <a:rPr lang="en-US" dirty="0"/>
            </a:br>
            <a:r>
              <a:rPr lang="en-US" dirty="0"/>
              <a:t>temperature</a:t>
            </a:r>
          </a:p>
          <a:p>
            <a:pPr algn="ctr"/>
            <a:r>
              <a:rPr lang="en-US" dirty="0"/>
              <a:t>Wind speed</a:t>
            </a:r>
          </a:p>
          <a:p>
            <a:pPr algn="ctr"/>
            <a:r>
              <a:rPr lang="en-US" dirty="0"/>
              <a:t>Snow depth</a:t>
            </a:r>
          </a:p>
          <a:p>
            <a:pPr algn="ctr"/>
            <a:r>
              <a:rPr lang="en-US" dirty="0">
                <a:sym typeface="Wingdings" panose="05000000000000000000" pitchFamily="2" charset="2"/>
              </a:rPr>
              <a:t> Break down per season in each panel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0B139-FB24-AF5A-372B-3229BD40886B}"/>
              </a:ext>
            </a:extLst>
          </p:cNvPr>
          <p:cNvSpPr/>
          <p:nvPr/>
        </p:nvSpPr>
        <p:spPr>
          <a:xfrm>
            <a:off x="2042160" y="4175760"/>
            <a:ext cx="7078980" cy="1828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FOR SUPP ONLY:</a:t>
            </a:r>
            <a:br>
              <a:rPr lang="en-US" dirty="0"/>
            </a:br>
            <a:r>
              <a:rPr lang="en-US" dirty="0"/>
              <a:t>For all other variables:</a:t>
            </a:r>
            <a:br>
              <a:rPr lang="en-US" dirty="0"/>
            </a:br>
            <a:r>
              <a:rPr lang="en-US" dirty="0"/>
              <a:t>climate change</a:t>
            </a:r>
            <a:br>
              <a:rPr lang="en-US" dirty="0"/>
            </a:br>
            <a:r>
              <a:rPr lang="en-US" dirty="0"/>
              <a:t>extremes</a:t>
            </a:r>
          </a:p>
        </p:txBody>
      </p:sp>
    </p:spTree>
    <p:extLst>
      <p:ext uri="{BB962C8B-B14F-4D97-AF65-F5344CB8AC3E}">
        <p14:creationId xmlns:p14="http://schemas.microsoft.com/office/powerpoint/2010/main" val="3827916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1">
            <a:extLst>
              <a:ext uri="{FF2B5EF4-FFF2-40B4-BE49-F238E27FC236}">
                <a16:creationId xmlns:a16="http://schemas.microsoft.com/office/drawing/2014/main" id="{BC1BF157-AE38-3FB1-D030-2FE84D963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772" y="551814"/>
            <a:ext cx="9701496" cy="2983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FF9066DF-9E2C-2EED-F55C-C48A39AD4F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520" y="369651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29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62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Kusch</dc:creator>
  <cp:lastModifiedBy>Erik Kusch</cp:lastModifiedBy>
  <cp:revision>2</cp:revision>
  <dcterms:created xsi:type="dcterms:W3CDTF">2025-10-24T07:29:40Z</dcterms:created>
  <dcterms:modified xsi:type="dcterms:W3CDTF">2025-11-10T10:48:23Z</dcterms:modified>
</cp:coreProperties>
</file>